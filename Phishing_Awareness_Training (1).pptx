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77640" y="594360"/>
            <a:ext cx="1188720" cy="11887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89154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Stop the hook.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•  Task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social-engineering attack where someone impersonates a trusted source — a bank, a colleague, a delivery company, even your own IT department — to trick you into handing over credentials, money, or system access.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mostly by email, but also SMS, calls, and chat apps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need to hack your systems — it just needs you to click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common entry points for data breaches and ransomware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23560" y="1371600"/>
            <a:ext cx="3063240" cy="3108960"/>
          </a:xfrm>
          <a:prstGeom prst="roundRect">
            <a:avLst>
              <a:gd name="adj" fmla="val 23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35140" y="18288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0802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06440" y="30175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as someone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trust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Works: The Hooks Attackers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6779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90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185623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in 24 hours or your account is suspended." Panic short-circuits careful thinking.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258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554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924" y="16779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490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15000" y="185623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legal trouble, or account loss push people to react instead of verify.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383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5067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19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17320" y="368503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won a prize" or "see who viewed your profile" baits clicks out of simple curiosity.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83480" y="3383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350672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319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68503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boss, bank, or government agency makes requests feel non-negotiable.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VARIANTS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Common Types of Phishing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50876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624" y="16322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1671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a brand, sent to thousands at once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77540" y="132588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0" y="150876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244" y="16322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68980" y="21671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1470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 one specific person using researched personal details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852160" y="132588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89420" y="150876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4" y="16322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43600" y="21671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98932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delivered via SMS text message with a malicious link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1840230" y="306324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77490" y="324612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934" y="33695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31670" y="39044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977390" y="4206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Voice-call phishing — often impersonating banks or tech support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14850" y="306324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52110" y="324612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554" y="336956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06290" y="39044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52010" y="4206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or other high-value targets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BAIT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52044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417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support@paypa1-security.com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/ lookalike domain ("paypa1" not "paypal")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093976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7568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20756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URGENT: Your account will be suspended in 24 hours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0" y="20756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 and threat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2752344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734056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273405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"Dear Valued Customer,"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0" y="27340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— a real bank already knows your name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410712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392424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text: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339242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"Verify your account" → bit.ly/3xK9z2L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0" y="33924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Shortened/mismatched link hides the real destination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406908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05079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31720" y="40507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invoice_2024.zip.exe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0" y="40507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extension disguises an executable file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FAKE SITES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Site or Fake? What To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0876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389" y="16219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Legitimate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matches the brand's real domain exactly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padlock present — but that alone isn't proof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design, working internal links and images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contact details, address, and "About Us" page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5087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629" y="162191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Fake / Spoofed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214884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URL (paypa1.com, arnazon-shop.net)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still show HTTPS — a padlock just means encrypted, not safe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design, broken links, stretched logos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verifiable contact info; content copied from the real site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Patterns You'll Actually See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4475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47622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17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Delivery Alert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232" y="1938528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package couldn't be delivered" with a link to pay a fake customs fee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77540" y="128016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60420" y="144475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290" y="154762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4780" y="1417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Wire Fraud (BEC)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342132" y="1938528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urgent message appearing to be from your boss, asking for a fast payment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806440" y="128016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89320" y="144475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190" y="154762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1417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Tech Support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971032" y="1938528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pop-up or call claiming your device is infected, asking for remote access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48640" y="297180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13639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" y="3239262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108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Login Page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13232" y="3630168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"Unusual sign-in detected" link leading to a cloned login page that steals your password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177540" y="297180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60420" y="313639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290" y="3239262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4780" y="3108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/ Refund Scam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342132" y="3630168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claiming you're owed a refund if you "confirm" your bank details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806440" y="297180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989320" y="313639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2190" y="3239262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83680" y="3108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Offer Scam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971032" y="3630168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unsolicited job offer asking for ID documents or an upfront "processing fee"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EMAIL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60020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444" y="17236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6517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a false scenario ("I'm from IT, I need your password to fix an issue") to gain trust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032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60020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564" y="17236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697480" y="26517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an infected USB drive or offering a tempting "free" download to lure a click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6344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49240" y="160020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84" y="172364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00600" y="26517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following an employee through a secure door without their own access badge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76656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52360" y="160020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804" y="17236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Quid Pro Quo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03720" y="26517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a fake favor or service in exchange for credentials or sensitive information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and Don'ts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094" y="1895094"/>
            <a:ext cx="233172" cy="2331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requests through a separate, known channel (call the bank directly)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4688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94" y="2489454"/>
            <a:ext cx="233172" cy="2331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real URL before clicking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30632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94" y="3083814"/>
            <a:ext cx="233172" cy="2331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Multi-Factor Authentication everywhere it's offered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31520" y="3657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" y="3678174"/>
            <a:ext cx="233172" cy="2331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 or your email provider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731520" y="425196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" y="4272534"/>
            <a:ext cx="233172" cy="2331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4206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browser, OS, and apps updated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663440" y="128016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5400000">
              <a:srgbClr val="0B1F3A">
                <a:alpha val="12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49377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4937760" y="187452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8334" y="1895094"/>
            <a:ext cx="233172" cy="2331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49240" y="1828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links or open attachments from unexpected senders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4937760" y="24688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8334" y="2489454"/>
            <a:ext cx="233172" cy="2331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49240" y="24231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password across multiple sites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4937760" y="30632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8334" y="3083814"/>
            <a:ext cx="233172" cy="23317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49240" y="3017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OTPs or verification codes with anyone, ever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4937760" y="3657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8334" y="3678174"/>
            <a:ext cx="233172" cy="23317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349240" y="36118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urgency or threats in a message are automatically real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4937760" y="425196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8334" y="4272534"/>
            <a:ext cx="233172" cy="23317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349240" y="4206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HTTPS alone means a site is trustworthy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strongest red flag in a suspicious email?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 long subject line     B) Generic greeting + urgent threat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 company logo is present     D) Sent during work hours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96312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4505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bank texts asking you to click a link to "verify" your account now. What's the safest move?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295351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immediately to avoid suspension     B) Reply with your account number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Open your bank's official app/site directly instead     D) Forward it to a friend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6667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shows a padlock icon and "https://". What does that guarantee?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169664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site is 100% safe     B) The connection is encrypted — not that the site is legit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site is owned by a verified company     D) The site can't contain malware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&amp;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81328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818" y="1625346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B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1737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 combined with manufactured urgency are the most reliable phishing signal — more telling than spelling errors or timing.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496312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269748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18" y="284149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C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54480" y="295351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navigate to a known-good app or bookmarked site instead of clicking a link in an unsolicited message.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712464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3913632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18" y="4057650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8221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B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41696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 confirms the connection is encrypted. It says nothing about whether the site itself is legitimate or malicious.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It. Don't Click It. Report It.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82880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19888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before tapping any link or attachment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00400" y="182880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9888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032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Reply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65176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confirm details to an unverified sender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303520" y="182880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988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344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75488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email client's "Report Phishing" button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7406640" y="182880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1988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6656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Protected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85800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directly with the real organization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7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 — you are the last line of defense.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CodeAlpha Cyber Security Intern</dc:creator>
  <cp:lastModifiedBy>CodeAlpha Cyber Security Intern</cp:lastModifiedBy>
  <cp:revision>1</cp:revision>
  <dcterms:created xsi:type="dcterms:W3CDTF">2026-06-17T05:37:19Z</dcterms:created>
  <dcterms:modified xsi:type="dcterms:W3CDTF">2026-06-17T05:37:19Z</dcterms:modified>
</cp:coreProperties>
</file>